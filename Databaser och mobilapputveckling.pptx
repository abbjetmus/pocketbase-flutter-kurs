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A184A-1229-7A9A-2A57-202DA9BAA606}" v="254" dt="2026-10-15T12:11:22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ton Mustini" userId="S::jeton.mustini@hitachigymnasiet.se::7245db79-6028-466f-8076-7522a60d7b8f" providerId="AD" clId="Web-{23BA184A-1229-7A9A-2A57-202DA9BAA606}"/>
    <pc:docChg chg="addSld delSld modSld">
      <pc:chgData name="Jeton Mustini" userId="S::jeton.mustini@hitachigymnasiet.se::7245db79-6028-466f-8076-7522a60d7b8f" providerId="AD" clId="Web-{23BA184A-1229-7A9A-2A57-202DA9BAA606}" dt="2026-10-15T12:11:22.923" v="257"/>
      <pc:docMkLst>
        <pc:docMk/>
      </pc:docMkLst>
      <pc:sldChg chg="modSp">
        <pc:chgData name="Jeton Mustini" userId="S::jeton.mustini@hitachigymnasiet.se::7245db79-6028-466f-8076-7522a60d7b8f" providerId="AD" clId="Web-{23BA184A-1229-7A9A-2A57-202DA9BAA606}" dt="2026-10-15T08:43:49.780" v="36" actId="20577"/>
        <pc:sldMkLst>
          <pc:docMk/>
          <pc:sldMk cId="3194377694" sldId="256"/>
        </pc:sldMkLst>
        <pc:spChg chg="mod">
          <ac:chgData name="Jeton Mustini" userId="S::jeton.mustini@hitachigymnasiet.se::7245db79-6028-466f-8076-7522a60d7b8f" providerId="AD" clId="Web-{23BA184A-1229-7A9A-2A57-202DA9BAA606}" dt="2026-10-15T08:43:28.139" v="27" actId="20577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Jeton Mustini" userId="S::jeton.mustini@hitachigymnasiet.se::7245db79-6028-466f-8076-7522a60d7b8f" providerId="AD" clId="Web-{23BA184A-1229-7A9A-2A57-202DA9BAA606}" dt="2026-10-15T08:43:49.780" v="36" actId="20577"/>
          <ac:spMkLst>
            <pc:docMk/>
            <pc:sldMk cId="3194377694" sldId="256"/>
            <ac:spMk id="3" creationId="{00000000-0000-0000-0000-000000000000}"/>
          </ac:spMkLst>
        </pc:spChg>
      </pc:sldChg>
      <pc:sldChg chg="addSp modSp new">
        <pc:chgData name="Jeton Mustini" userId="S::jeton.mustini@hitachigymnasiet.se::7245db79-6028-466f-8076-7522a60d7b8f" providerId="AD" clId="Web-{23BA184A-1229-7A9A-2A57-202DA9BAA606}" dt="2026-10-15T08:58:50.026" v="218" actId="20577"/>
        <pc:sldMkLst>
          <pc:docMk/>
          <pc:sldMk cId="3843384323" sldId="257"/>
        </pc:sldMkLst>
        <pc:spChg chg="mod">
          <ac:chgData name="Jeton Mustini" userId="S::jeton.mustini@hitachigymnasiet.se::7245db79-6028-466f-8076-7522a60d7b8f" providerId="AD" clId="Web-{23BA184A-1229-7A9A-2A57-202DA9BAA606}" dt="2026-10-15T08:45:32.748" v="64" actId="20577"/>
          <ac:spMkLst>
            <pc:docMk/>
            <pc:sldMk cId="3843384323" sldId="257"/>
            <ac:spMk id="2" creationId="{9DE590F1-F515-AAF5-B580-5CF9515E7BC3}"/>
          </ac:spMkLst>
        </pc:spChg>
        <pc:spChg chg="mod">
          <ac:chgData name="Jeton Mustini" userId="S::jeton.mustini@hitachigymnasiet.se::7245db79-6028-466f-8076-7522a60d7b8f" providerId="AD" clId="Web-{23BA184A-1229-7A9A-2A57-202DA9BAA606}" dt="2026-10-15T08:58:50.026" v="218" actId="20577"/>
          <ac:spMkLst>
            <pc:docMk/>
            <pc:sldMk cId="3843384323" sldId="257"/>
            <ac:spMk id="3" creationId="{767DE83D-CF41-9A92-01D6-C1A33CADF362}"/>
          </ac:spMkLst>
        </pc:spChg>
        <pc:picChg chg="add mod">
          <ac:chgData name="Jeton Mustini" userId="S::jeton.mustini@hitachigymnasiet.se::7245db79-6028-466f-8076-7522a60d7b8f" providerId="AD" clId="Web-{23BA184A-1229-7A9A-2A57-202DA9BAA606}" dt="2026-10-15T08:45:07.952" v="57" actId="1076"/>
          <ac:picMkLst>
            <pc:docMk/>
            <pc:sldMk cId="3843384323" sldId="257"/>
            <ac:picMk id="4" creationId="{277E14F2-9AEB-23D4-D17F-1E2050BBBD70}"/>
          </ac:picMkLst>
        </pc:picChg>
      </pc:sldChg>
      <pc:sldChg chg="addSp modSp new">
        <pc:chgData name="Jeton Mustini" userId="S::jeton.mustini@hitachigymnasiet.se::7245db79-6028-466f-8076-7522a60d7b8f" providerId="AD" clId="Web-{23BA184A-1229-7A9A-2A57-202DA9BAA606}" dt="2026-10-15T09:00:01.838" v="238" actId="20577"/>
        <pc:sldMkLst>
          <pc:docMk/>
          <pc:sldMk cId="1657892336" sldId="258"/>
        </pc:sldMkLst>
        <pc:spChg chg="mod">
          <ac:chgData name="Jeton Mustini" userId="S::jeton.mustini@hitachigymnasiet.se::7245db79-6028-466f-8076-7522a60d7b8f" providerId="AD" clId="Web-{23BA184A-1229-7A9A-2A57-202DA9BAA606}" dt="2026-10-15T08:47:20.170" v="92" actId="20577"/>
          <ac:spMkLst>
            <pc:docMk/>
            <pc:sldMk cId="1657892336" sldId="258"/>
            <ac:spMk id="2" creationId="{E01CA3A3-5279-FE76-ABE6-9B84E03C2E6C}"/>
          </ac:spMkLst>
        </pc:spChg>
        <pc:spChg chg="mod">
          <ac:chgData name="Jeton Mustini" userId="S::jeton.mustini@hitachigymnasiet.se::7245db79-6028-466f-8076-7522a60d7b8f" providerId="AD" clId="Web-{23BA184A-1229-7A9A-2A57-202DA9BAA606}" dt="2026-10-15T09:00:01.838" v="238" actId="20577"/>
          <ac:spMkLst>
            <pc:docMk/>
            <pc:sldMk cId="1657892336" sldId="258"/>
            <ac:spMk id="3" creationId="{A6C04D80-F7CF-EC08-EFDF-90C8E9AA3A02}"/>
          </ac:spMkLst>
        </pc:spChg>
        <pc:picChg chg="add mod">
          <ac:chgData name="Jeton Mustini" userId="S::jeton.mustini@hitachigymnasiet.se::7245db79-6028-466f-8076-7522a60d7b8f" providerId="AD" clId="Web-{23BA184A-1229-7A9A-2A57-202DA9BAA606}" dt="2026-10-15T08:49:23.747" v="149" actId="1076"/>
          <ac:picMkLst>
            <pc:docMk/>
            <pc:sldMk cId="1657892336" sldId="258"/>
            <ac:picMk id="4" creationId="{D696A31C-AC25-6E2E-ED83-56A340A3DEEA}"/>
          </ac:picMkLst>
        </pc:picChg>
        <pc:picChg chg="add mod">
          <ac:chgData name="Jeton Mustini" userId="S::jeton.mustini@hitachigymnasiet.se::7245db79-6028-466f-8076-7522a60d7b8f" providerId="AD" clId="Web-{23BA184A-1229-7A9A-2A57-202DA9BAA606}" dt="2026-10-15T08:47:02.685" v="83" actId="1076"/>
          <ac:picMkLst>
            <pc:docMk/>
            <pc:sldMk cId="1657892336" sldId="258"/>
            <ac:picMk id="5" creationId="{3D5F8A49-7C72-E93B-9DF5-F37B67CBF5EB}"/>
          </ac:picMkLst>
        </pc:picChg>
      </pc:sldChg>
      <pc:sldChg chg="addSp modSp new">
        <pc:chgData name="Jeton Mustini" userId="S::jeton.mustini@hitachigymnasiet.se::7245db79-6028-466f-8076-7522a60d7b8f" providerId="AD" clId="Web-{23BA184A-1229-7A9A-2A57-202DA9BAA606}" dt="2026-10-15T09:00:13.713" v="239" actId="20577"/>
        <pc:sldMkLst>
          <pc:docMk/>
          <pc:sldMk cId="2698366375" sldId="259"/>
        </pc:sldMkLst>
        <pc:spChg chg="mod">
          <ac:chgData name="Jeton Mustini" userId="S::jeton.mustini@hitachigymnasiet.se::7245db79-6028-466f-8076-7522a60d7b8f" providerId="AD" clId="Web-{23BA184A-1229-7A9A-2A57-202DA9BAA606}" dt="2026-10-15T08:49:14.200" v="147" actId="20577"/>
          <ac:spMkLst>
            <pc:docMk/>
            <pc:sldMk cId="2698366375" sldId="259"/>
            <ac:spMk id="2" creationId="{42C75C6B-4CA4-F21A-FC79-32AAC0618E51}"/>
          </ac:spMkLst>
        </pc:spChg>
        <pc:spChg chg="mod">
          <ac:chgData name="Jeton Mustini" userId="S::jeton.mustini@hitachigymnasiet.se::7245db79-6028-466f-8076-7522a60d7b8f" providerId="AD" clId="Web-{23BA184A-1229-7A9A-2A57-202DA9BAA606}" dt="2026-10-15T09:00:13.713" v="239" actId="20577"/>
          <ac:spMkLst>
            <pc:docMk/>
            <pc:sldMk cId="2698366375" sldId="259"/>
            <ac:spMk id="3" creationId="{BC329EFA-6E27-9DA1-944C-178FA1E64ECA}"/>
          </ac:spMkLst>
        </pc:spChg>
        <pc:picChg chg="add mod">
          <ac:chgData name="Jeton Mustini" userId="S::jeton.mustini@hitachigymnasiet.se::7245db79-6028-466f-8076-7522a60d7b8f" providerId="AD" clId="Web-{23BA184A-1229-7A9A-2A57-202DA9BAA606}" dt="2026-10-15T08:53:00.137" v="191" actId="1076"/>
          <ac:picMkLst>
            <pc:docMk/>
            <pc:sldMk cId="2698366375" sldId="259"/>
            <ac:picMk id="4" creationId="{A148A4AF-9B5A-FC22-71B1-CB33970FFB2D}"/>
          </ac:picMkLst>
        </pc:picChg>
      </pc:sldChg>
      <pc:sldChg chg="addSp modSp new">
        <pc:chgData name="Jeton Mustini" userId="S::jeton.mustini@hitachigymnasiet.se::7245db79-6028-466f-8076-7522a60d7b8f" providerId="AD" clId="Web-{23BA184A-1229-7A9A-2A57-202DA9BAA606}" dt="2026-10-15T09:00:34.025" v="255" actId="20577"/>
        <pc:sldMkLst>
          <pc:docMk/>
          <pc:sldMk cId="2883465775" sldId="260"/>
        </pc:sldMkLst>
        <pc:spChg chg="mod">
          <ac:chgData name="Jeton Mustini" userId="S::jeton.mustini@hitachigymnasiet.se::7245db79-6028-466f-8076-7522a60d7b8f" providerId="AD" clId="Web-{23BA184A-1229-7A9A-2A57-202DA9BAA606}" dt="2026-10-15T09:00:34.025" v="255" actId="20577"/>
          <ac:spMkLst>
            <pc:docMk/>
            <pc:sldMk cId="2883465775" sldId="260"/>
            <ac:spMk id="2" creationId="{2D273B61-909A-5649-91CD-6C99A78662D9}"/>
          </ac:spMkLst>
        </pc:spChg>
        <pc:spChg chg="mod">
          <ac:chgData name="Jeton Mustini" userId="S::jeton.mustini@hitachigymnasiet.se::7245db79-6028-466f-8076-7522a60d7b8f" providerId="AD" clId="Web-{23BA184A-1229-7A9A-2A57-202DA9BAA606}" dt="2026-10-15T08:57:26.214" v="214" actId="20577"/>
          <ac:spMkLst>
            <pc:docMk/>
            <pc:sldMk cId="2883465775" sldId="260"/>
            <ac:spMk id="3" creationId="{4015FA5D-D86E-DE31-DC67-DCA48DC4B3E0}"/>
          </ac:spMkLst>
        </pc:spChg>
        <pc:picChg chg="add mod">
          <ac:chgData name="Jeton Mustini" userId="S::jeton.mustini@hitachigymnasiet.se::7245db79-6028-466f-8076-7522a60d7b8f" providerId="AD" clId="Web-{23BA184A-1229-7A9A-2A57-202DA9BAA606}" dt="2026-10-15T08:57:34.417" v="217" actId="14100"/>
          <ac:picMkLst>
            <pc:docMk/>
            <pc:sldMk cId="2883465775" sldId="260"/>
            <ac:picMk id="4" creationId="{AF567B61-CF44-6648-D077-72FA2574D0D3}"/>
          </ac:picMkLst>
        </pc:picChg>
      </pc:sldChg>
      <pc:sldChg chg="new del">
        <pc:chgData name="Jeton Mustini" userId="S::jeton.mustini@hitachigymnasiet.se::7245db79-6028-466f-8076-7522a60d7b8f" providerId="AD" clId="Web-{23BA184A-1229-7A9A-2A57-202DA9BAA606}" dt="2026-10-15T12:11:22.923" v="257"/>
        <pc:sldMkLst>
          <pc:docMk/>
          <pc:sldMk cId="83786598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hyperlink" Target="https://pocketbase.i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.dev" TargetMode="External"/><Relationship Id="rId2" Type="http://schemas.openxmlformats.org/officeDocument/2006/relationships/hyperlink" Target="https://flutter.de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s://yoyo930021.github.io/flutter_composition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hyperlink" Target="https://caprover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Databaser och mobil apputveckling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Jeton Mustini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E590F1-F515-AAF5-B580-5CF9515E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Databas - Pocketbase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7DE83D-CF41-9A92-01D6-C1A33CADF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88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En snubbe från Bulgarien</a:t>
            </a:r>
          </a:p>
          <a:p>
            <a:r>
              <a:rPr lang="sv-SE" dirty="0">
                <a:ea typeface="+mn-lt"/>
                <a:cs typeface="+mn-lt"/>
                <a:hlinkClick r:id="rId2"/>
              </a:rPr>
              <a:t>https://pocketbase.io</a:t>
            </a:r>
            <a:endParaRPr lang="sv-SE" dirty="0"/>
          </a:p>
        </p:txBody>
      </p:sp>
      <p:pic>
        <p:nvPicPr>
          <p:cNvPr id="4" name="Bildobjekt 3" descr="Borat Dancing GIFs | Tenor">
            <a:extLst>
              <a:ext uri="{FF2B5EF4-FFF2-40B4-BE49-F238E27FC236}">
                <a16:creationId xmlns:a16="http://schemas.microsoft.com/office/drawing/2014/main" id="{277E14F2-9AEB-23D4-D17F-1E2050BBB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593" y="3146196"/>
            <a:ext cx="3053680" cy="280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8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1CA3A3-5279-FE76-ABE6-9B84E03C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Flutter för mobil apputveckling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6C04D80-F7CF-EC08-EFDF-90C8E9AA3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148"/>
            <a:ext cx="10515600" cy="159695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sv-SE"/>
              <a:t>Google lösning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sv-SE" dirty="0">
                <a:ea typeface="+mn-lt"/>
                <a:cs typeface="+mn-lt"/>
                <a:hlinkClick r:id="rId2"/>
              </a:rPr>
              <a:t>https://flutter.dev</a:t>
            </a:r>
            <a:endParaRPr lang="sv-SE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sv-SE"/>
              <a:t>Programmeringsspråk Dart</a:t>
            </a:r>
            <a:endParaRPr lang="sv-SE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sv-SE" dirty="0">
                <a:ea typeface="+mn-lt"/>
                <a:cs typeface="+mn-lt"/>
                <a:hlinkClick r:id="rId3"/>
              </a:rPr>
              <a:t>https://dart.dev</a:t>
            </a:r>
            <a:endParaRPr lang="sv-SE"/>
          </a:p>
          <a:p>
            <a:r>
              <a:rPr lang="sv-SE"/>
              <a:t>En kodbas för alla plattformar</a:t>
            </a:r>
            <a:endParaRPr lang="sv-SE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sv-SE"/>
              <a:t>IOS, Android, macOS, Windows, Linux, Web...</a:t>
            </a:r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pic>
        <p:nvPicPr>
          <p:cNvPr id="4" name="Bildobjekt 3" descr="The History of Google | Internet History Podcast">
            <a:extLst>
              <a:ext uri="{FF2B5EF4-FFF2-40B4-BE49-F238E27FC236}">
                <a16:creationId xmlns:a16="http://schemas.microsoft.com/office/drawing/2014/main" id="{D696A31C-AC25-6E2E-ED83-56A340A3D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813" y="3724013"/>
            <a:ext cx="3679970" cy="2450983"/>
          </a:xfrm>
          <a:prstGeom prst="rect">
            <a:avLst/>
          </a:prstGeom>
        </p:spPr>
      </p:pic>
      <p:pic>
        <p:nvPicPr>
          <p:cNvPr id="5" name="Bildobjekt 4" descr="Flutter Tutorial | Learn Flutter with Real-Time Examples - Tpoint Tech">
            <a:extLst>
              <a:ext uri="{FF2B5EF4-FFF2-40B4-BE49-F238E27FC236}">
                <a16:creationId xmlns:a16="http://schemas.microsoft.com/office/drawing/2014/main" id="{3D5F8A49-7C72-E93B-9DF5-F37B67CBF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537" y="3650959"/>
            <a:ext cx="2715935" cy="271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92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C75C6B-4CA4-F21A-FC79-32AAC061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Flutter Compositions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C329EFA-6E27-9DA1-944C-178FA1E6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69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En snubbe från Taiwan</a:t>
            </a:r>
          </a:p>
          <a:p>
            <a:r>
              <a:rPr lang="sv-SE"/>
              <a:t>Tillåter oss använda samma arbetssätt i Flutter som Vue</a:t>
            </a:r>
          </a:p>
          <a:p>
            <a:r>
              <a:rPr lang="sv-SE" dirty="0">
                <a:ea typeface="+mn-lt"/>
                <a:cs typeface="+mn-lt"/>
                <a:hlinkClick r:id="rId2"/>
              </a:rPr>
              <a:t>https://yoyo930021.github.io/flutter_compositions</a:t>
            </a:r>
            <a:endParaRPr lang="sv-SE" dirty="0"/>
          </a:p>
        </p:txBody>
      </p:sp>
      <p:pic>
        <p:nvPicPr>
          <p:cNvPr id="4" name="Bildobjekt 3" descr="Hangover Chow GIFs - Find &amp; Share on GIPHY">
            <a:extLst>
              <a:ext uri="{FF2B5EF4-FFF2-40B4-BE49-F238E27FC236}">
                <a16:creationId xmlns:a16="http://schemas.microsoft.com/office/drawing/2014/main" id="{A148A4AF-9B5A-FC22-71B1-CB33970FF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57" y="3427691"/>
            <a:ext cx="2962798" cy="272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6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D273B61-909A-5649-91CD-6C99A786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Caprover – Paas – Platform as a Service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015FA5D-D86E-DE31-DC67-DCA48DC4B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En snubbe från Uber</a:t>
            </a:r>
          </a:p>
          <a:p>
            <a:r>
              <a:rPr lang="sv-SE" dirty="0">
                <a:ea typeface="+mn-lt"/>
                <a:cs typeface="+mn-lt"/>
                <a:hlinkClick r:id="rId2"/>
              </a:rPr>
              <a:t>https://caprover.com</a:t>
            </a:r>
            <a:endParaRPr lang="sv-SE" dirty="0">
              <a:ea typeface="+mn-lt"/>
              <a:cs typeface="+mn-lt"/>
            </a:endParaRPr>
          </a:p>
          <a:p>
            <a:endParaRPr lang="sv-SE" dirty="0">
              <a:ea typeface="+mn-lt"/>
              <a:cs typeface="+mn-lt"/>
            </a:endParaRPr>
          </a:p>
          <a:p>
            <a:endParaRPr lang="sv-SE" dirty="0">
              <a:ea typeface="+mn-lt"/>
              <a:cs typeface="+mn-lt"/>
            </a:endParaRPr>
          </a:p>
        </p:txBody>
      </p:sp>
      <p:pic>
        <p:nvPicPr>
          <p:cNvPr id="4" name="Bildobjekt 3" descr="Uber GIFs - Download &amp; Share | GIFDB.com">
            <a:extLst>
              <a:ext uri="{FF2B5EF4-FFF2-40B4-BE49-F238E27FC236}">
                <a16:creationId xmlns:a16="http://schemas.microsoft.com/office/drawing/2014/main" id="{AF567B61-CF44-6648-D077-72FA2574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83" y="3337726"/>
            <a:ext cx="3947194" cy="223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6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6" baseType="lpstr">
      <vt:lpstr>Office-tema</vt:lpstr>
      <vt:lpstr>Databaser och mobil apputveckling</vt:lpstr>
      <vt:lpstr>Databas - Pocketbase</vt:lpstr>
      <vt:lpstr>Flutter för mobil apputveckling</vt:lpstr>
      <vt:lpstr>Flutter Compositions</vt:lpstr>
      <vt:lpstr>Caprover – Paas – Platform as a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83</cp:revision>
  <dcterms:created xsi:type="dcterms:W3CDTF">2026-10-15T08:43:02Z</dcterms:created>
  <dcterms:modified xsi:type="dcterms:W3CDTF">2026-10-15T12:11:23Z</dcterms:modified>
</cp:coreProperties>
</file>